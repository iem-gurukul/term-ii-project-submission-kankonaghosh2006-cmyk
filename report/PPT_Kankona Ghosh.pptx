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Open Sauce"/>
      <p:regular r:id="rId8"/>
    </p:embeddedFont>
    <p:embeddedFont>
      <p:font typeface="Open Sauce Bold"/>
      <p:regular r:id="rId9"/>
    </p:embeddedFont>
    <p:embeddedFont>
      <p:font typeface="Open Sauce Italics" pitchFamily="2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font" Target="fonts/font3.fntdata" /><Relationship Id="rId4" Type="http://schemas.openxmlformats.org/officeDocument/2006/relationships/slide" Target="slides/slide3.xml" /><Relationship Id="rId9" Type="http://schemas.openxmlformats.org/officeDocument/2006/relationships/font" Target="fonts/font2.fntdata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3450" y="2696608"/>
            <a:ext cx="10910528" cy="3386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Hotel Booking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698616" y="7369021"/>
            <a:ext cx="4560684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sz="2400" b="1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DONE BY-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98616" y="7778115"/>
            <a:ext cx="4560684" cy="222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Kankona Ghosh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Roll-19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Stream-CSE(IOT CS BT) 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Enrollment No-12024052017036</a:t>
            </a:r>
          </a:p>
          <a:p>
            <a:pPr algn="r">
              <a:lnSpc>
                <a:spcPts val="2940"/>
              </a:lnSpc>
            </a:pPr>
            <a:endParaRPr lang="en-US" sz="2100">
              <a:solidFill>
                <a:srgbClr val="331B0D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r">
              <a:lnSpc>
                <a:spcPts val="2940"/>
              </a:lnSpc>
            </a:pPr>
            <a:endParaRPr lang="en-US" sz="2100">
              <a:solidFill>
                <a:srgbClr val="331B0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104900"/>
            <a:ext cx="2847786" cy="49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00"/>
              </a:lnSpc>
              <a:spcBef>
                <a:spcPct val="0"/>
              </a:spcBef>
            </a:pPr>
            <a:r>
              <a:rPr lang="en-US" sz="3800" b="1" spc="38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SLIDE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3063255" y="2026506"/>
            <a:ext cx="17718044" cy="150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Title -Hotel Booking System</a:t>
            </a:r>
          </a:p>
          <a:p>
            <a:pPr algn="ctr">
              <a:lnSpc>
                <a:spcPts val="6019"/>
              </a:lnSpc>
              <a:spcBef>
                <a:spcPct val="0"/>
              </a:spcBef>
            </a:pPr>
            <a:endParaRPr lang="en-US" sz="4299" b="1">
              <a:solidFill>
                <a:srgbClr val="331B0D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3450811"/>
            <a:ext cx="15363022" cy="6836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2"/>
              </a:lnSpc>
            </a:pPr>
            <a:r>
              <a:rPr lang="en-US" sz="38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858" b="1">
                <a:solidFill>
                  <a:srgbClr val="6D3D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Statement:</a:t>
            </a:r>
          </a:p>
          <a:p>
            <a:pPr algn="l">
              <a:lnSpc>
                <a:spcPts val="5402"/>
              </a:lnSpc>
            </a:pPr>
            <a:r>
              <a:rPr lang="en-US" sz="38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Manual hotel booking systems are slow and error-prone, often causing double bookings and poor record</a:t>
            </a:r>
          </a:p>
          <a:p>
            <a:pPr algn="l">
              <a:lnSpc>
                <a:spcPts val="5402"/>
              </a:lnSpc>
            </a:pPr>
            <a:r>
              <a:rPr lang="en-US" sz="38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management.</a:t>
            </a:r>
          </a:p>
          <a:p>
            <a:pPr algn="l">
              <a:lnSpc>
                <a:spcPts val="5402"/>
              </a:lnSpc>
            </a:pPr>
            <a:endParaRPr lang="en-US" sz="3858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5402"/>
              </a:lnSpc>
            </a:pPr>
            <a:r>
              <a:rPr lang="en-US" sz="3858" b="1">
                <a:solidFill>
                  <a:srgbClr val="6D3D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Target Users:</a:t>
            </a:r>
          </a:p>
          <a:p>
            <a:pPr algn="l">
              <a:lnSpc>
                <a:spcPts val="5402"/>
              </a:lnSpc>
            </a:pPr>
            <a:r>
              <a:rPr lang="en-US" sz="38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Hotel staff and customers who need a simple and efficient booking system.</a:t>
            </a:r>
          </a:p>
          <a:p>
            <a:pPr algn="l">
              <a:lnSpc>
                <a:spcPts val="5402"/>
              </a:lnSpc>
              <a:spcBef>
                <a:spcPct val="0"/>
              </a:spcBef>
            </a:pPr>
            <a:endParaRPr lang="en-US" sz="3858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5402"/>
              </a:lnSpc>
              <a:spcBef>
                <a:spcPct val="0"/>
              </a:spcBef>
            </a:pPr>
            <a:endParaRPr lang="en-US" sz="3858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3521" y="1289372"/>
            <a:ext cx="8115300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32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System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8135" y="2381572"/>
            <a:ext cx="469487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High-Level Architecture: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8135" y="2948466"/>
            <a:ext cx="6442618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Console-based system where the Main class interacts with the Hotel class, which manages rooms and bookings.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521" y="652780"/>
            <a:ext cx="2847786" cy="37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2799" b="1" spc="2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SLIDE 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2237" y="4421192"/>
            <a:ext cx="602849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Classes &amp; Responsibilities: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3521" y="5051633"/>
            <a:ext cx="8138267" cy="1646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4258" lvl="1" indent="-202129" algn="l">
              <a:lnSpc>
                <a:spcPts val="2621"/>
              </a:lnSpc>
              <a:spcBef>
                <a:spcPct val="0"/>
              </a:spcBef>
              <a:buFont typeface="Arial"/>
              <a:buChar char="•"/>
            </a:pPr>
            <a:r>
              <a:rPr lang="en-US" sz="187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User (Abstract): Base structure for users</a:t>
            </a:r>
          </a:p>
          <a:p>
            <a:pPr marL="404258" lvl="1" indent="-202129" algn="l">
              <a:lnSpc>
                <a:spcPts val="2621"/>
              </a:lnSpc>
              <a:spcBef>
                <a:spcPct val="0"/>
              </a:spcBef>
              <a:buFont typeface="Arial"/>
              <a:buChar char="•"/>
            </a:pPr>
            <a:r>
              <a:rPr lang="en-US" sz="187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Customer: Stores customer details</a:t>
            </a:r>
          </a:p>
          <a:p>
            <a:pPr marL="404258" lvl="1" indent="-202129" algn="l">
              <a:lnSpc>
                <a:spcPts val="2621"/>
              </a:lnSpc>
              <a:spcBef>
                <a:spcPct val="0"/>
              </a:spcBef>
              <a:buFont typeface="Arial"/>
              <a:buChar char="•"/>
            </a:pPr>
            <a:r>
              <a:rPr lang="en-US" sz="187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Room: Maintains room number &amp; availability</a:t>
            </a:r>
          </a:p>
          <a:p>
            <a:pPr marL="404258" lvl="1" indent="-202129" algn="l">
              <a:lnSpc>
                <a:spcPts val="2621"/>
              </a:lnSpc>
              <a:spcBef>
                <a:spcPct val="0"/>
              </a:spcBef>
              <a:buFont typeface="Arial"/>
              <a:buChar char="•"/>
            </a:pPr>
            <a:r>
              <a:rPr lang="en-US" sz="187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Booking: Links customer and room</a:t>
            </a:r>
          </a:p>
          <a:p>
            <a:pPr marL="404258" lvl="1" indent="-202129" algn="l">
              <a:lnSpc>
                <a:spcPts val="2621"/>
              </a:lnSpc>
              <a:spcBef>
                <a:spcPct val="0"/>
              </a:spcBef>
              <a:buFont typeface="Arial"/>
              <a:buChar char="•"/>
            </a:pPr>
            <a:r>
              <a:rPr lang="en-US" sz="187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Hotel: Manages all operations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8135" y="6839515"/>
            <a:ext cx="602849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Package Structure: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531030"/>
            <a:ext cx="5544865" cy="233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hotel/</a:t>
            </a: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├── Main.java</a:t>
            </a: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├── Hotel.java</a:t>
            </a: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├── Room.java</a:t>
            </a: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├── Customer.java</a:t>
            </a: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├── Booking.java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└── User.java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76250"/>
            <a:ext cx="18288000" cy="8361045"/>
            <a:chOff x="0" y="0"/>
            <a:chExt cx="1811948" cy="82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11948" cy="828400"/>
            </a:xfrm>
            <a:custGeom>
              <a:avLst/>
              <a:gdLst/>
              <a:ahLst/>
              <a:cxnLst/>
              <a:rect l="l" t="t" r="r" b="b"/>
              <a:pathLst>
                <a:path w="1811948" h="828400">
                  <a:moveTo>
                    <a:pt x="1811948" y="0"/>
                  </a:moveTo>
                  <a:lnTo>
                    <a:pt x="1811948" y="714100"/>
                  </a:lnTo>
                  <a:lnTo>
                    <a:pt x="905974" y="828400"/>
                  </a:lnTo>
                  <a:lnTo>
                    <a:pt x="0" y="71410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11948" cy="761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989777"/>
            <a:ext cx="8115300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OOP Concepts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7279" y="4272280"/>
            <a:ext cx="4238166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Abstraction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Implemented using User abstract class.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076325"/>
            <a:ext cx="734239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  <a:spcBef>
                <a:spcPct val="0"/>
              </a:spcBef>
            </a:pPr>
            <a:r>
              <a:rPr lang="en-US" sz="3300" b="1" spc="33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SLIDE 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99899" y="4298950"/>
            <a:ext cx="423816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Inheritance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Customer class extends User.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4113212"/>
            <a:ext cx="4238166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Polymorphism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display() method behaves differently in different classes.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08748" y="7658100"/>
            <a:ext cx="287050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i="1">
                <a:solidFill>
                  <a:srgbClr val="8C7753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Key Insight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26809" y="8416290"/>
            <a:ext cx="1023438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i="1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These are the oops concept that are used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7279" y="3273835"/>
            <a:ext cx="2870504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86350" y="3408680"/>
            <a:ext cx="2870504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27831" y="3222943"/>
            <a:ext cx="2870504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75547" y="3273835"/>
            <a:ext cx="2870504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91716" y="4113212"/>
            <a:ext cx="4238166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Design Pattern: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Layered structure (Main → Hotel → Model classes)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89777"/>
            <a:ext cx="8115300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Technical Highlight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104900"/>
            <a:ext cx="7342398" cy="49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00"/>
              </a:lnSpc>
              <a:spcBef>
                <a:spcPct val="0"/>
              </a:spcBef>
            </a:pPr>
            <a:r>
              <a:rPr lang="en-US" sz="3800" b="1" spc="38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SLIDE 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51528" y="3576179"/>
            <a:ext cx="296786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Booking logic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1528" y="3930015"/>
            <a:ext cx="4502359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Checks room availability before booking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Prevents duplicate bookings</a:t>
            </a:r>
          </a:p>
        </p:txBody>
      </p:sp>
      <p:sp>
        <p:nvSpPr>
          <p:cNvPr id="7" name="AutoShape 7"/>
          <p:cNvSpPr/>
          <p:nvPr/>
        </p:nvSpPr>
        <p:spPr>
          <a:xfrm>
            <a:off x="1028700" y="5715000"/>
            <a:ext cx="16230600" cy="0"/>
          </a:xfrm>
          <a:prstGeom prst="line">
            <a:avLst/>
          </a:prstGeom>
          <a:ln w="76200" cap="flat">
            <a:solidFill>
              <a:srgbClr val="8C7753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" name="AutoShape 8"/>
          <p:cNvSpPr/>
          <p:nvPr/>
        </p:nvSpPr>
        <p:spPr>
          <a:xfrm>
            <a:off x="1331126" y="3774335"/>
            <a:ext cx="0" cy="1940701"/>
          </a:xfrm>
          <a:prstGeom prst="line">
            <a:avLst/>
          </a:prstGeom>
          <a:ln w="19050" cap="rnd">
            <a:solidFill>
              <a:srgbClr val="8C775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4669955" y="6135052"/>
            <a:ext cx="2967865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Why This Design Was Chosen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57823" y="7341870"/>
            <a:ext cx="3763021" cy="222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Simple and easy to understand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Reduces code duplication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Improves modularity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Follows OOP principles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437421" y="5703712"/>
            <a:ext cx="0" cy="1940701"/>
          </a:xfrm>
          <a:prstGeom prst="line">
            <a:avLst/>
          </a:prstGeom>
          <a:ln w="19050" cap="rnd">
            <a:solidFill>
              <a:srgbClr val="8C7753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2" name="AutoShape 12"/>
          <p:cNvSpPr/>
          <p:nvPr/>
        </p:nvSpPr>
        <p:spPr>
          <a:xfrm>
            <a:off x="8196993" y="3774335"/>
            <a:ext cx="0" cy="1940701"/>
          </a:xfrm>
          <a:prstGeom prst="line">
            <a:avLst/>
          </a:prstGeom>
          <a:ln w="19050" cap="rnd">
            <a:solidFill>
              <a:srgbClr val="8C775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1303288" y="5703712"/>
            <a:ext cx="0" cy="1940701"/>
          </a:xfrm>
          <a:prstGeom prst="line">
            <a:avLst/>
          </a:prstGeom>
          <a:ln w="19050" cap="rnd">
            <a:solidFill>
              <a:srgbClr val="8C7753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4" name="AutoShape 14"/>
          <p:cNvSpPr/>
          <p:nvPr/>
        </p:nvSpPr>
        <p:spPr>
          <a:xfrm>
            <a:off x="13832498" y="3723570"/>
            <a:ext cx="0" cy="1940701"/>
          </a:xfrm>
          <a:prstGeom prst="line">
            <a:avLst/>
          </a:prstGeom>
          <a:ln w="19050" cap="rnd">
            <a:solidFill>
              <a:srgbClr val="8C775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8520843" y="3576179"/>
            <a:ext cx="398727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Data Structure Used: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20843" y="4065517"/>
            <a:ext cx="4987805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ArrayList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    -Stores list of rooms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    -Stores list of bookings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Allows dynamic data handling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27138" y="6503829"/>
            <a:ext cx="376302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Special Handling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44792" y="7271544"/>
            <a:ext cx="4375413" cy="171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44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Safe removal of booking using index, </a:t>
            </a:r>
          </a:p>
          <a:p>
            <a:pPr marL="0" lvl="0" indent="0"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Exception handling for invalid input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156348" y="3338090"/>
            <a:ext cx="2897842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Important Design Decision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32498" y="4359444"/>
            <a:ext cx="3318062" cy="1092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6687" lvl="1" indent="-168343" algn="l">
              <a:lnSpc>
                <a:spcPts val="2183"/>
              </a:lnSpc>
              <a:buFont typeface="Arial"/>
              <a:buChar char="•"/>
            </a:pPr>
            <a:r>
              <a:rPr lang="en-US" sz="155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Used separate classes (Room, Booking, Customer)</a:t>
            </a:r>
          </a:p>
          <a:p>
            <a:pPr marL="336687" lvl="1" indent="-168343" algn="l">
              <a:lnSpc>
                <a:spcPts val="2183"/>
              </a:lnSpc>
              <a:buFont typeface="Arial"/>
              <a:buChar char="•"/>
            </a:pPr>
            <a:r>
              <a:rPr lang="en-US" sz="155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Centralized operations inside Hotel class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9229" y="510540"/>
            <a:ext cx="3677466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sz="3900" b="1" spc="39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SLIDE 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9229" y="2141034"/>
            <a:ext cx="36774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Working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9229" y="2918274"/>
            <a:ext cx="4476407" cy="6400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5"/>
              </a:lnSpc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1.View Available Rooms</a:t>
            </a:r>
          </a:p>
          <a:p>
            <a:pPr marL="413692" lvl="1" indent="-206846" algn="l">
              <a:lnSpc>
                <a:spcPts val="3065"/>
              </a:lnSpc>
              <a:buFont typeface="Arial"/>
              <a:buChar char="•"/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Select option 1</a:t>
            </a:r>
          </a:p>
          <a:p>
            <a:pPr marL="413692" lvl="1" indent="-206846" algn="l">
              <a:lnSpc>
                <a:spcPts val="3065"/>
              </a:lnSpc>
              <a:buFont typeface="Arial"/>
              <a:buChar char="•"/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Displays room numbers and availability status</a:t>
            </a:r>
          </a:p>
          <a:p>
            <a:pPr algn="l">
              <a:lnSpc>
                <a:spcPts val="3065"/>
              </a:lnSpc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2.Book a Room</a:t>
            </a:r>
          </a:p>
          <a:p>
            <a:pPr marL="413692" lvl="1" indent="-206846" algn="l">
              <a:lnSpc>
                <a:spcPts val="3065"/>
              </a:lnSpc>
              <a:buFont typeface="Arial"/>
              <a:buChar char="•"/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Select option 2</a:t>
            </a:r>
          </a:p>
          <a:p>
            <a:pPr marL="413692" lvl="1" indent="-206846" algn="l">
              <a:lnSpc>
                <a:spcPts val="3065"/>
              </a:lnSpc>
              <a:buFont typeface="Arial"/>
              <a:buChar char="•"/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Enter customer name</a:t>
            </a:r>
          </a:p>
          <a:p>
            <a:pPr marL="413692" lvl="1" indent="-206846" algn="l">
              <a:lnSpc>
                <a:spcPts val="3065"/>
              </a:lnSpc>
              <a:buFont typeface="Arial"/>
              <a:buChar char="•"/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Enter room number</a:t>
            </a:r>
          </a:p>
          <a:p>
            <a:pPr marL="413692" lvl="1" indent="-206846" algn="l">
              <a:lnSpc>
                <a:spcPts val="3065"/>
              </a:lnSpc>
              <a:buFont typeface="Arial"/>
              <a:buChar char="•"/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System confirms booking</a:t>
            </a:r>
          </a:p>
          <a:p>
            <a:pPr algn="l">
              <a:lnSpc>
                <a:spcPts val="3065"/>
              </a:lnSpc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3.View Booking Records</a:t>
            </a:r>
          </a:p>
          <a:p>
            <a:pPr marL="413692" lvl="1" indent="-206846" algn="l">
              <a:lnSpc>
                <a:spcPts val="3065"/>
              </a:lnSpc>
              <a:buFont typeface="Arial"/>
              <a:buChar char="•"/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Select option 4</a:t>
            </a:r>
          </a:p>
          <a:p>
            <a:pPr marL="413692" lvl="1" indent="-206846" algn="l">
              <a:lnSpc>
                <a:spcPts val="3065"/>
              </a:lnSpc>
              <a:buFont typeface="Arial"/>
              <a:buChar char="•"/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Displays customer name and booked room</a:t>
            </a:r>
          </a:p>
          <a:p>
            <a:pPr algn="l">
              <a:lnSpc>
                <a:spcPts val="3065"/>
              </a:lnSpc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4.Cancel Booking</a:t>
            </a:r>
          </a:p>
          <a:p>
            <a:pPr marL="413692" lvl="1" indent="-206846" algn="l">
              <a:lnSpc>
                <a:spcPts val="3065"/>
              </a:lnSpc>
              <a:buFont typeface="Arial"/>
              <a:buChar char="•"/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Select option 3</a:t>
            </a:r>
          </a:p>
          <a:p>
            <a:pPr marL="413692" lvl="1" indent="-206846" algn="l">
              <a:lnSpc>
                <a:spcPts val="3065"/>
              </a:lnSpc>
              <a:buFont typeface="Arial"/>
              <a:buChar char="•"/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Enter room number</a:t>
            </a:r>
          </a:p>
          <a:p>
            <a:pPr marL="413692" lvl="1" indent="-206846" algn="l">
              <a:lnSpc>
                <a:spcPts val="3065"/>
              </a:lnSpc>
              <a:buFont typeface="Arial"/>
              <a:buChar char="•"/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Booking gets cancelled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3349" y="1114425"/>
            <a:ext cx="6160759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3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Live Demo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65361" y="2241999"/>
            <a:ext cx="433621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Meaningful Scenario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25166" y="2918274"/>
            <a:ext cx="4476407" cy="1874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3692" lvl="1" indent="-206846" algn="l">
              <a:lnSpc>
                <a:spcPts val="3065"/>
              </a:lnSpc>
              <a:buFont typeface="Arial"/>
              <a:buChar char="•"/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Book Room 101 → Successful</a:t>
            </a:r>
          </a:p>
          <a:p>
            <a:pPr marL="413692" lvl="1" indent="-206846" algn="l">
              <a:lnSpc>
                <a:spcPts val="3065"/>
              </a:lnSpc>
              <a:buFont typeface="Arial"/>
              <a:buChar char="•"/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Try booking Room 101 again → “Room not available”</a:t>
            </a:r>
          </a:p>
          <a:p>
            <a:pPr algn="l">
              <a:lnSpc>
                <a:spcPts val="3065"/>
              </a:lnSpc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👉 Demonstrates real-time availability check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58824" y="2203899"/>
            <a:ext cx="577263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Error Handling Demonstration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8C7753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158824" y="2888164"/>
            <a:ext cx="4476407" cy="2255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3692" lvl="1" indent="-206846" algn="l">
              <a:lnSpc>
                <a:spcPts val="3065"/>
              </a:lnSpc>
              <a:buFont typeface="Arial"/>
              <a:buChar char="•"/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Enter invalid input (e.g., letters instead of number)</a:t>
            </a:r>
          </a:p>
          <a:p>
            <a:pPr algn="l">
              <a:lnSpc>
                <a:spcPts val="3065"/>
              </a:lnSpc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👉 System shows: “Invalid input!”</a:t>
            </a:r>
          </a:p>
          <a:p>
            <a:pPr marL="413692" lvl="1" indent="-206846" algn="l">
              <a:lnSpc>
                <a:spcPts val="3065"/>
              </a:lnSpc>
              <a:buFont typeface="Arial"/>
              <a:buChar char="•"/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Enter wrong room number</a:t>
            </a:r>
          </a:p>
          <a:p>
            <a:pPr algn="l">
              <a:lnSpc>
                <a:spcPts val="3065"/>
              </a:lnSpc>
            </a:pPr>
            <a:r>
              <a:rPr lang="en-US" sz="191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👉 System shows: “Booking not found!”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Beige and Brown Simple Minimalist Clean Final Project Presentation</dc:title>
  <cp:lastModifiedBy>kankona Ghosh</cp:lastModifiedBy>
  <cp:revision>2</cp:revision>
  <dcterms:created xsi:type="dcterms:W3CDTF">2006-08-16T00:00:00Z</dcterms:created>
  <dcterms:modified xsi:type="dcterms:W3CDTF">2026-03-28T15:46:37Z</dcterms:modified>
  <dc:identifier>DAHFPsF7GFk</dc:identifier>
</cp:coreProperties>
</file>